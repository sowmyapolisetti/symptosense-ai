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902" r:id="rId6"/>
    <p:sldId id="904" r:id="rId7"/>
    <p:sldId id="90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59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B.Vignesh Reddy-2420030285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P.Karthik-2420030404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P.Sowmya-2420030457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Assistant Professor, 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Project Review-2</a:t>
            </a:r>
            <a:endParaRPr 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Poppins" pitchFamily="2" charset="77"/>
              </a:rPr>
              <a:t>SymptoSense AI: A Multi-Agent Health Symptom Analytics, Risk Prediction, and Care Routing Ecosystem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PROGRAMMING AND MICROSERVICES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Review-2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955" y="689610"/>
          <a:ext cx="11642725" cy="45497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53465"/>
                <a:gridCol w="2310765"/>
                <a:gridCol w="2475865"/>
                <a:gridCol w="2936875"/>
                <a:gridCol w="2865755"/>
              </a:tblGrid>
              <a:tr h="460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1203325"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Ibrahim et al., 2026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TriAgent: Multi-Agent Crisis Clinical Decision Support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Multi-agent LLM orchestration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High-accuracy, explainable triage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Needs prospective clinical validation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</a:tr>
              <a:tr h="1276985"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Iqbal et al., 2016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Application of Intelligent Agents in Healthcare: Review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Literature review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MAS models complex healthcare systems well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Security and interoperability gaps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</a:tr>
              <a:tr h="1609090"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Gadekallu et al.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Agentic AI in Healthcare 5.0: Reference Architecture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Survey + reference architecture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Agentic AI enables human-centric care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  <a:tc>
                  <a:txBody>
                    <a:bodyPr/>
                    <a:lstStyle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Times New Roman" panose="02020603050405020304"/>
                        </a:rPr>
                        <a:t>Safety, ethics, and regulation unresolved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3500" marR="63500" marT="63500" marB="63500" anchor="t" anchorCtr="0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524000" y="136525"/>
            <a:ext cx="80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Depth and Quality of Literature Review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469169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Critical Analysis and Synthesis</a:t>
            </a:r>
            <a:endParaRPr lang="en-US" sz="3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914400" y="1400000"/>
            <a:ext cx="10363200" cy="490000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TriAgent (Ibrahim et al., 2026):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LLM orchestration gives explainable triage but needs prospective clinical validation. We keep the agent split but use lightweight ML plus rules with built-in safety checks.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Iqbal et al., 2016: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systems model complex healthcare well, yet security and interoperability gaps remain. We add JWT/bcrypt authentication, an RBAC gateway and REST APIs.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Gadekallu et al.: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 enables human-centric care, but safety, ethics and regulation are unresolved. We add red-flag overrides, audit logs and role-based access.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strength: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works support multi-agent designs for healthcare.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weakness: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validation and security are left as future work.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SymptoSense AI combines agent decomposition with deterministic safety guardrails on a secured SOA mesh.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955" y="689610"/>
          <a:ext cx="11642725" cy="47103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400000"/>
                <a:gridCol w="6242725"/>
              </a:tblGrid>
              <a:tr h="460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Identified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SymptoSense AI Closes It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Symptom checkers rely on static keyword matching or rigid decision trees, not learned models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Multi-label Random Forest expands partial symptoms; layered alias and fuzzy matching handles colloquial and misspelled input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triage tools predict a condition but rarely explain why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Top-3 differential with confidences, triggered rules, clinical explanation and a 4-phase care protocol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models output a single probability with no independent safety validation for high-risk cases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red-flag override engine (6 combinations) forces the High tier regardless of model output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Systems struggle to separate genuinely urgent cases from common, low-risk symptom overlaps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Disease-specific High / Moderate / Low risk tiers across 28 conditions, with classification on reported symptoms only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Security, interoperability, safety and regulation gaps in multi-agent healthcare (Iqbal et al.; Gadekallu et al.)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 + bcrypt auth, RBAC gateway, REST APIs with Swagger, service discovery and audit-event logging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524000" y="136525"/>
            <a:ext cx="80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Gap Analysis through Literature Review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2970</Words>
  <Application>WPS Presentation</Application>
  <PresentationFormat>Widescreen</PresentationFormat>
  <Paragraphs>109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Cambria</vt:lpstr>
      <vt:lpstr>Arial</vt:lpstr>
      <vt:lpstr>Calibri</vt:lpstr>
      <vt:lpstr>Poppins</vt:lpstr>
      <vt:lpstr>Segoe Print</vt:lpstr>
      <vt:lpstr>Times New Roman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polis</cp:lastModifiedBy>
  <cp:revision>33</cp:revision>
  <dcterms:created xsi:type="dcterms:W3CDTF">2026-08-08T06:33:00Z</dcterms:created>
  <dcterms:modified xsi:type="dcterms:W3CDTF">2026-10-30T05:01:23Z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9FB9F11DCA95484CB4BC0680C9B81603_13</vt:lpwstr>
  </property>
</Properties>
</file>