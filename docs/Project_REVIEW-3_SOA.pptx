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2" r:id="rId4"/>
    <p:sldId id="903" r:id="rId6"/>
    <p:sldId id="904" r:id="rId7"/>
    <p:sldId id="907" r:id="rId8"/>
    <p:sldId id="90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590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995612" y="2868213"/>
            <a:ext cx="6200774" cy="491490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October </a:t>
            </a:r>
            <a:r>
              <a:rPr lang="en-US" alt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/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B.Vignesh Reddy-2420030285</a:t>
                      </a:r>
                      <a:endParaRPr lang="en-US" alt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P.Karthik-2420030404</a:t>
                      </a:r>
                      <a:endParaRPr lang="en-US" alt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P.Sowmya-2420030457</a:t>
                      </a:r>
                      <a:endParaRPr lang="en-US" alt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/>
                <a:gridCol w="4528760"/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Assistant Professor, 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  <a:endParaRPr lang="en-US" sz="1400" b="1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 b="1" dirty="0"/>
              <a:t>8 October 2026</a:t>
            </a:r>
            <a:endParaRPr lang="en-US" altLang="en-IN" b="1" dirty="0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 Project Review-3</a:t>
            </a:r>
            <a:endParaRPr lang="en-IN" b="1" dirty="0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8187" y="810857"/>
            <a:ext cx="1071562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Poppins" pitchFamily="2" charset="77"/>
              </a:rPr>
              <a:t>SymptoSense AI: A Multi-Agent Health Symptom Analytics, Risk Prediction, and Care Routing Ecosystem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8187" y="2246806"/>
            <a:ext cx="107156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PROGRAMMING AND MICROSERVICES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Review-3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469169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Novelty of Developed Methodology</a:t>
            </a:r>
            <a:endParaRPr lang="en-US" sz="3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914400" y="1400000"/>
            <a:ext cx="10363200" cy="490000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ML + rule-based safety: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predictions are guarded by an independent red-flag override engine (6 symptom combinations) that forces the High tier regardless of model output.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chained agents: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 Ingestion &amp; Expansion → Risk &amp; Differential Diagnosis → Care Routing, each deployable as its own microservice.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Noise-free classification invariant: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2 classifies only on patient-reported symptoms; Agent 1 expansions are for display. A jaundice case moved from Anxiety Disorder (11%) to Hepatitis (78%).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Calibrated top-3 differential: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ranked confidences (e.g., Dengue 68%, Chikungunya 21%, Viral Fever 8%) instead of one overconfident diagnosis.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symptom normalisation: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 splitting → priority-exact alias safeguard → clinical alias lookup → fuzzy matching (cutoff 0.75).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Privacy-safe training data: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14,000 synthetic records (500 per disease) with 85% core, 45% supporting and 10% noise symptoms.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469169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Adaptability of Methodology</a:t>
            </a:r>
            <a:endParaRPr lang="en-US" sz="3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914400" y="1400000"/>
            <a:ext cx="10363200" cy="490000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knowledge base: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symptoms, 28 disease profiles, aliases and red-flag rules live in editable files; two commands (generate_dataset.py, train_agents.py) retrain the models.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deployment modes, same agent logic: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FastAPI monolith (:8000) for rapid triage, and a distributed SOA mesh for scale.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SOA implementations: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mesh (registry, JWT gateway, event broker) and Java stack (Spring Boot 3.2.5, Eureka, Spring Cloud Gateway, Kafka).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Loose coupling: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Eureka-style discovery with heartbeats, database-per-service and event topics let each agent be replaced or scaled independently.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Resilient client: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React ApiService switches between live backend, API gateway and offline mock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reuse: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patient, clinician and admin roles share one platform with different permissions.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274955" y="689610"/>
          <a:ext cx="11642725" cy="454977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700000"/>
                <a:gridCol w="2800000"/>
                <a:gridCol w="2400000"/>
                <a:gridCol w="2442725"/>
                <a:gridCol w="2300000"/>
              </a:tblGrid>
              <a:tr h="460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Method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 / Result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 &amp; Validation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10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 1: Symptom Expansion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Multi-output Random Forest (250 trees, depth 10) on 14,000 records; 34-symptom vector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Hamming loss 0.10; expansion threshold P ≥ 0.45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Priority-exact alias safeguard; fuzzy cutoff 0.75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Colloquial, misspelled input mapped to clinical symptoms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0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 2: Risk Prediction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(350 trees, depth 14) over 28 disease classes; top-3 differential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87% accuracy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red-flag overrides; classifies on matched symptoms only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Jaundice case: Anxiety 11% → Hepatitis 78%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0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 3: Care Routing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Deterministic rule engine mapping risk tier to action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Timeframes: &lt; 1 hr, 24–48 hrs, 3–5 days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Non-probabilistic by design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4-phase actionable care protocol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0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SOA Mesh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20-point automated smoke test (smoke_test.py)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JWT issue, 401 on bad login, 403 on RBAC breach, 3 agents healthy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Gateway JWT + RBAC; audit events on broker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triage verified through gateway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743200" y="136525"/>
            <a:ext cx="670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Methodology Evaluation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IN" b="1" dirty="0">
                <a:sym typeface="+mn-ea"/>
              </a:rPr>
              <a:t>8 October 2026</a:t>
            </a:r>
            <a:endParaRPr lang="en-US" altLang="en-IN" b="1" dirty="0"/>
          </a:p>
          <a:p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469169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Dissemination and Accessibility</a:t>
            </a:r>
            <a:endParaRPr lang="en-US" sz="3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914400" y="1400000"/>
            <a:ext cx="10363200" cy="490000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Open, documented APIs: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POST /api/triage plus per-agent endpoints, with auto-generated Swagger UI at /docs.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web application: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19 + Vite dashboard, triage wizard, case registry, audit history and SOA mesh monitor.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for patients to use: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free-text, colloquial and misspelled symptoms (e.g., "fevr", "short breath") with no rigid forms.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Readable, explainable output: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colour-coded acuity badges (High, Moderate, Low, Override), top-3 differential, triggered rules and 4-phase care steps.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+ bcrypt authentication with gateway RBAC across patient, clinician and admin roles.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Reproducible and shareable: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README and SOA guide, requirements files, zero-config SQLite, and one-command start (python run_all.py).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3956</Words>
  <Application>WPS Presentation</Application>
  <PresentationFormat>Widescreen</PresentationFormat>
  <Paragraphs>113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Cambria</vt:lpstr>
      <vt:lpstr>Arial</vt:lpstr>
      <vt:lpstr>Calibri</vt:lpstr>
      <vt:lpstr>Poppins</vt:lpstr>
      <vt:lpstr>Segoe Print</vt:lpstr>
      <vt:lpstr>Aptos</vt:lpstr>
      <vt:lpstr>Segoe UI</vt:lpstr>
      <vt:lpstr>Microsoft YaHei</vt:lpstr>
      <vt:lpstr>Arial Unicode MS</vt:lpstr>
      <vt:lpstr>Aptos Display</vt:lpstr>
      <vt:lpstr>Segoe UI Variable Display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polis</cp:lastModifiedBy>
  <cp:revision>35</cp:revision>
  <dcterms:created xsi:type="dcterms:W3CDTF">2026-08-08T06:33:00Z</dcterms:created>
  <dcterms:modified xsi:type="dcterms:W3CDTF">2026-10-30T04:56:55Z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5EC923EB93D742FDA8900490A4B93478_13</vt:lpwstr>
  </property>
</Properties>
</file>